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D5D00E-077B-4C89-928E-F7A322923630}" v="15" dt="2026-04-04T09:13:18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7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4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66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64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20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9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29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94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5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9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37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45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732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423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766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908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05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7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84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Data Analyst Internship Capstone Portfolio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Bathini Shravya</a:t>
            </a:r>
          </a:p>
          <a:p>
            <a:r>
              <a:t>End‑to‑End Data Analytics Portfolio</a:t>
            </a:r>
          </a:p>
          <a:p>
            <a:r>
              <a:t>Data Cleaning • Analysis • Visualization • Dashboard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1. About Me</a:t>
            </a:r>
          </a:p>
          <a:p>
            <a:r>
              <a:t>2. Internship Overview</a:t>
            </a:r>
          </a:p>
          <a:p>
            <a:r>
              <a:t>3. Tools &amp; Technologies</a:t>
            </a:r>
          </a:p>
          <a:p>
            <a:r>
              <a:t>4. Data Analysis Workflow</a:t>
            </a:r>
          </a:p>
          <a:p>
            <a:r>
              <a:t>5. Project Tasks Overview</a:t>
            </a:r>
          </a:p>
          <a:p>
            <a:r>
              <a:t>6. Key Insights</a:t>
            </a:r>
          </a:p>
          <a:p>
            <a:r>
              <a:t>7. Skills &amp; Learnings</a:t>
            </a:r>
          </a:p>
          <a:p>
            <a:r>
              <a:t>8. Future Goals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Aspiring Data Analyst passionate about transforming raw data into meaningful insights.</a:t>
            </a:r>
          </a:p>
          <a:p>
            <a:endParaRPr dirty="0"/>
          </a:p>
          <a:p>
            <a:r>
              <a:rPr b="1" dirty="0"/>
              <a:t>Areas of Interest:</a:t>
            </a:r>
          </a:p>
          <a:p>
            <a:pPr marL="0" indent="0">
              <a:buNone/>
            </a:pPr>
            <a:r>
              <a:rPr dirty="0"/>
              <a:t>• Data Analytics</a:t>
            </a:r>
          </a:p>
          <a:p>
            <a:pPr marL="0" indent="0">
              <a:buNone/>
            </a:pPr>
            <a:r>
              <a:rPr dirty="0"/>
              <a:t>• Business Intelligence</a:t>
            </a:r>
          </a:p>
          <a:p>
            <a:pPr marL="0" indent="0">
              <a:buNone/>
            </a:pPr>
            <a:r>
              <a:rPr dirty="0"/>
              <a:t>• Data Visualization</a:t>
            </a:r>
          </a:p>
          <a:p>
            <a:pPr marL="0" indent="0">
              <a:buNone/>
            </a:pPr>
            <a:r>
              <a:rPr dirty="0"/>
              <a:t>• Dashboard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This internship provided hands‑on experience with real‑world datasets.</a:t>
            </a:r>
          </a:p>
          <a:p>
            <a:endParaRPr dirty="0"/>
          </a:p>
          <a:p>
            <a:r>
              <a:rPr b="1" dirty="0"/>
              <a:t>Main activities:</a:t>
            </a:r>
          </a:p>
          <a:p>
            <a:pPr marL="0" indent="0">
              <a:buNone/>
            </a:pPr>
            <a:r>
              <a:rPr dirty="0"/>
              <a:t>• Data cleaning</a:t>
            </a:r>
          </a:p>
          <a:p>
            <a:pPr marL="0" indent="0">
              <a:buNone/>
            </a:pPr>
            <a:r>
              <a:rPr dirty="0"/>
              <a:t>• Exploratory data analysis</a:t>
            </a:r>
          </a:p>
          <a:p>
            <a:pPr marL="0" indent="0">
              <a:buNone/>
            </a:pPr>
            <a:r>
              <a:rPr dirty="0"/>
              <a:t>• Visualization</a:t>
            </a:r>
          </a:p>
          <a:p>
            <a:pPr marL="0" indent="0">
              <a:buNone/>
            </a:pPr>
            <a:r>
              <a:rPr dirty="0"/>
              <a:t>• Dashboard development</a:t>
            </a:r>
          </a:p>
          <a:p>
            <a:pPr marL="0" indent="0">
              <a:buNone/>
            </a:pPr>
            <a:r>
              <a:rPr dirty="0"/>
              <a:t>• Business insights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Tools used during the internship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Python</a:t>
            </a:r>
          </a:p>
          <a:p>
            <a:pPr marL="0" indent="0">
              <a:buNone/>
            </a:pPr>
            <a:r>
              <a:rPr dirty="0"/>
              <a:t>• Pandas</a:t>
            </a:r>
          </a:p>
          <a:p>
            <a:pPr marL="0" indent="0">
              <a:buNone/>
            </a:pPr>
            <a:r>
              <a:rPr dirty="0"/>
              <a:t>• Excel</a:t>
            </a:r>
          </a:p>
          <a:p>
            <a:pPr marL="0" indent="0">
              <a:buNone/>
            </a:pPr>
            <a:r>
              <a:rPr dirty="0"/>
              <a:t>• Google Looker Studio</a:t>
            </a:r>
          </a:p>
          <a:p>
            <a:pPr marL="0" indent="0">
              <a:buNone/>
            </a:pPr>
            <a:r>
              <a:rPr dirty="0"/>
              <a:t>• GitHub</a:t>
            </a:r>
          </a:p>
          <a:p>
            <a:pPr marL="0" indent="0">
              <a:buNone/>
            </a:pPr>
            <a:r>
              <a:rPr dirty="0"/>
              <a:t>• Data Visualization Libraries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Typical workflow used in the projects:</a:t>
            </a:r>
          </a:p>
          <a:p>
            <a:pPr marL="0" indent="0">
              <a:buNone/>
            </a:pPr>
            <a:r>
              <a:rPr dirty="0"/>
              <a:t>1. Data Collection</a:t>
            </a:r>
          </a:p>
          <a:p>
            <a:pPr marL="0" indent="0">
              <a:buNone/>
            </a:pPr>
            <a:r>
              <a:rPr dirty="0"/>
              <a:t>2. Data Cleaning</a:t>
            </a:r>
          </a:p>
          <a:p>
            <a:pPr marL="0" indent="0">
              <a:buNone/>
            </a:pPr>
            <a:r>
              <a:rPr dirty="0"/>
              <a:t>3. Exploratory Data Analysis</a:t>
            </a:r>
          </a:p>
          <a:p>
            <a:pPr marL="0" indent="0">
              <a:buNone/>
            </a:pPr>
            <a:r>
              <a:rPr dirty="0"/>
              <a:t>4. Visualization</a:t>
            </a:r>
          </a:p>
          <a:p>
            <a:pPr marL="0" indent="0">
              <a:buNone/>
            </a:pPr>
            <a:r>
              <a:rPr dirty="0"/>
              <a:t>5. Dashboard Development</a:t>
            </a:r>
          </a:p>
          <a:p>
            <a:pPr marL="0" indent="0">
              <a:buNone/>
            </a:pPr>
            <a:r>
              <a:rPr dirty="0"/>
              <a:t>6. Insight Generation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Dataset contained structured sales/business data used for analysis.</a:t>
            </a:r>
          </a:p>
          <a:p>
            <a:endParaRPr dirty="0"/>
          </a:p>
          <a:p>
            <a:r>
              <a:rPr b="1" dirty="0"/>
              <a:t>Example attributes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• Sales</a:t>
            </a:r>
          </a:p>
          <a:p>
            <a:pPr marL="0" indent="0">
              <a:buNone/>
            </a:pPr>
            <a:r>
              <a:rPr dirty="0"/>
              <a:t>• Profit</a:t>
            </a:r>
          </a:p>
          <a:p>
            <a:pPr marL="0" indent="0">
              <a:buNone/>
            </a:pPr>
            <a:r>
              <a:rPr dirty="0"/>
              <a:t>• Product Category</a:t>
            </a:r>
          </a:p>
          <a:p>
            <a:pPr marL="0" indent="0">
              <a:buNone/>
            </a:pPr>
            <a:r>
              <a:rPr dirty="0"/>
              <a:t>• Region</a:t>
            </a:r>
          </a:p>
          <a:p>
            <a:pPr marL="0" indent="0">
              <a:buNone/>
            </a:pPr>
            <a:r>
              <a:rPr dirty="0"/>
              <a:t>• Customer Segments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–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Objective:</a:t>
            </a:r>
          </a:p>
          <a:p>
            <a:pPr marL="0" indent="0">
              <a:buNone/>
            </a:pPr>
            <a:r>
              <a:rPr dirty="0"/>
              <a:t>Prepare raw data for analysis.</a:t>
            </a:r>
          </a:p>
          <a:p>
            <a:endParaRPr dirty="0"/>
          </a:p>
          <a:p>
            <a:r>
              <a:rPr b="1" dirty="0"/>
              <a:t>Steps:</a:t>
            </a:r>
          </a:p>
          <a:p>
            <a:pPr marL="0" indent="0">
              <a:buNone/>
            </a:pPr>
            <a:r>
              <a:rPr dirty="0"/>
              <a:t>• Handle missing values</a:t>
            </a:r>
          </a:p>
          <a:p>
            <a:pPr marL="0" indent="0">
              <a:buNone/>
            </a:pPr>
            <a:r>
              <a:rPr dirty="0"/>
              <a:t>• Remove duplicate records</a:t>
            </a:r>
          </a:p>
          <a:p>
            <a:pPr marL="0" indent="0">
              <a:buNone/>
            </a:pPr>
            <a:r>
              <a:rPr dirty="0"/>
              <a:t>• Standardize formats</a:t>
            </a:r>
          </a:p>
          <a:p>
            <a:pPr marL="0" indent="0">
              <a:buNone/>
            </a:pPr>
            <a:r>
              <a:rPr dirty="0"/>
              <a:t>• Validate dataset consistency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 – Cleaning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Outcome of cleaning process:</a:t>
            </a:r>
          </a:p>
          <a:p>
            <a:pPr marL="0" indent="0">
              <a:buNone/>
            </a:pPr>
            <a:r>
              <a:rPr dirty="0"/>
              <a:t>• Structured dataset ready for analysis</a:t>
            </a:r>
          </a:p>
          <a:p>
            <a:pPr marL="0" indent="0">
              <a:buNone/>
            </a:pPr>
            <a:r>
              <a:rPr dirty="0"/>
              <a:t>• Improved data quality</a:t>
            </a:r>
          </a:p>
          <a:p>
            <a:pPr marL="0" indent="0">
              <a:buNone/>
            </a:pPr>
            <a:r>
              <a:rPr dirty="0"/>
              <a:t>• Reduced inconsistencies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–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Goal:</a:t>
            </a:r>
          </a:p>
          <a:p>
            <a:pPr marL="0" indent="0">
              <a:buNone/>
            </a:pPr>
            <a:r>
              <a:rPr dirty="0"/>
              <a:t>Understand patterns and trends in the dataset.</a:t>
            </a:r>
          </a:p>
          <a:p>
            <a:endParaRPr dirty="0"/>
          </a:p>
          <a:p>
            <a:r>
              <a:rPr b="1" dirty="0"/>
              <a:t>Performed:</a:t>
            </a:r>
          </a:p>
          <a:p>
            <a:pPr marL="0" indent="0">
              <a:buNone/>
            </a:pPr>
            <a:r>
              <a:rPr dirty="0"/>
              <a:t>• Distribution analysis</a:t>
            </a:r>
          </a:p>
          <a:p>
            <a:pPr marL="0" indent="0">
              <a:buNone/>
            </a:pPr>
            <a:r>
              <a:rPr dirty="0"/>
              <a:t>• Category comparisons</a:t>
            </a:r>
          </a:p>
          <a:p>
            <a:pPr marL="0" indent="0">
              <a:buNone/>
            </a:pPr>
            <a:r>
              <a:rPr dirty="0"/>
              <a:t>• Trend identification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 – Visualization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Charts used to analyze data:</a:t>
            </a:r>
          </a:p>
          <a:p>
            <a:pPr marL="0" indent="0">
              <a:buNone/>
            </a:pPr>
            <a:r>
              <a:rPr dirty="0"/>
              <a:t>• Bar Charts</a:t>
            </a:r>
          </a:p>
          <a:p>
            <a:pPr marL="0" indent="0">
              <a:buNone/>
            </a:pPr>
            <a:r>
              <a:rPr dirty="0"/>
              <a:t>• Line Charts</a:t>
            </a:r>
          </a:p>
          <a:p>
            <a:pPr marL="0" indent="0">
              <a:buNone/>
            </a:pPr>
            <a:r>
              <a:rPr dirty="0"/>
              <a:t>• Distribution Graphs</a:t>
            </a:r>
          </a:p>
          <a:p>
            <a:pPr marL="0" indent="0">
              <a:buNone/>
            </a:pPr>
            <a:r>
              <a:rPr dirty="0"/>
              <a:t>• Trend Analysis Visuals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 – Dashboard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Built an interactive dashboard to display business metrics.</a:t>
            </a:r>
          </a:p>
          <a:p>
            <a:endParaRPr dirty="0"/>
          </a:p>
          <a:p>
            <a:r>
              <a:rPr b="1" dirty="0"/>
              <a:t>Dashboard highlights:</a:t>
            </a:r>
          </a:p>
          <a:p>
            <a:pPr marL="0" indent="0">
              <a:buNone/>
            </a:pPr>
            <a:r>
              <a:rPr dirty="0"/>
              <a:t>• Sales Overview</a:t>
            </a:r>
          </a:p>
          <a:p>
            <a:pPr marL="0" indent="0">
              <a:buNone/>
            </a:pPr>
            <a:r>
              <a:rPr dirty="0"/>
              <a:t>• Regional Sales Performance</a:t>
            </a:r>
          </a:p>
          <a:p>
            <a:pPr marL="0" indent="0">
              <a:buNone/>
            </a:pPr>
            <a:r>
              <a:rPr dirty="0"/>
              <a:t>• Product Category Analysis</a:t>
            </a:r>
          </a:p>
          <a:p>
            <a:pPr marL="0" indent="0">
              <a:buNone/>
            </a:pPr>
            <a:r>
              <a:rPr dirty="0"/>
              <a:t>• Profit Metrics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Layout Example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2DD781-D8E4-504B-008B-7ECB59BA0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70" y="2101124"/>
            <a:ext cx="7405194" cy="42800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Insights extracted from dashboard:</a:t>
            </a:r>
          </a:p>
          <a:p>
            <a:pPr marL="0" indent="0">
              <a:buNone/>
            </a:pPr>
            <a:r>
              <a:rPr dirty="0"/>
              <a:t>• Regional sales differences</a:t>
            </a:r>
          </a:p>
          <a:p>
            <a:pPr marL="0" indent="0">
              <a:buNone/>
            </a:pPr>
            <a:r>
              <a:rPr dirty="0"/>
              <a:t>• Top performing product categories</a:t>
            </a:r>
          </a:p>
          <a:p>
            <a:pPr marL="0" indent="0">
              <a:buNone/>
            </a:pPr>
            <a:r>
              <a:rPr dirty="0"/>
              <a:t>• Profit trends across segments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 – Deep Dive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Advanced analysis performed:</a:t>
            </a:r>
          </a:p>
          <a:p>
            <a:pPr marL="0" indent="0">
              <a:buNone/>
            </a:pPr>
            <a:r>
              <a:rPr dirty="0"/>
              <a:t>• Sales trend analysis</a:t>
            </a:r>
          </a:p>
          <a:p>
            <a:pPr marL="0" indent="0">
              <a:buNone/>
            </a:pPr>
            <a:r>
              <a:rPr dirty="0"/>
              <a:t>• Category profitability</a:t>
            </a:r>
          </a:p>
          <a:p>
            <a:pPr marL="0" indent="0">
              <a:buNone/>
            </a:pPr>
            <a:r>
              <a:rPr dirty="0"/>
              <a:t>• Regional performance comparison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Important findings:</a:t>
            </a:r>
          </a:p>
          <a:p>
            <a:pPr marL="0" indent="0">
              <a:buNone/>
            </a:pPr>
            <a:r>
              <a:rPr dirty="0"/>
              <a:t>• Identified top performing categories</a:t>
            </a:r>
          </a:p>
          <a:p>
            <a:pPr marL="0" indent="0">
              <a:buNone/>
            </a:pPr>
            <a:r>
              <a:rPr dirty="0"/>
              <a:t>• Regional sales trends</a:t>
            </a:r>
          </a:p>
          <a:p>
            <a:pPr marL="0" indent="0">
              <a:buNone/>
            </a:pPr>
            <a:r>
              <a:rPr dirty="0"/>
              <a:t>• Profit variations across segments</a:t>
            </a:r>
          </a:p>
          <a:p>
            <a:pPr marL="0" indent="0">
              <a:buNone/>
            </a:pPr>
            <a:r>
              <a:rPr dirty="0"/>
              <a:t>• Opportunities for improvement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Developed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b="1" dirty="0"/>
              <a:t>Technical Skills:</a:t>
            </a:r>
          </a:p>
          <a:p>
            <a:pPr marL="0" indent="0">
              <a:buNone/>
            </a:pPr>
            <a:r>
              <a:rPr dirty="0"/>
              <a:t>• Data Cleaning</a:t>
            </a:r>
          </a:p>
          <a:p>
            <a:pPr marL="0" indent="0">
              <a:buNone/>
            </a:pPr>
            <a:r>
              <a:rPr dirty="0"/>
              <a:t>• Exploratory Data Analysis</a:t>
            </a:r>
          </a:p>
          <a:p>
            <a:pPr marL="0" indent="0">
              <a:buNone/>
            </a:pPr>
            <a:r>
              <a:rPr dirty="0"/>
              <a:t>• Data Visualization</a:t>
            </a:r>
          </a:p>
          <a:p>
            <a:pPr marL="0" indent="0">
              <a:buNone/>
            </a:pPr>
            <a:r>
              <a:rPr dirty="0"/>
              <a:t>• Dashboard Development</a:t>
            </a:r>
          </a:p>
          <a:p>
            <a:endParaRPr dirty="0"/>
          </a:p>
          <a:p>
            <a:r>
              <a:rPr b="1" dirty="0"/>
              <a:t>Soft Skills:</a:t>
            </a:r>
          </a:p>
          <a:p>
            <a:pPr marL="0" indent="0">
              <a:buNone/>
            </a:pPr>
            <a:r>
              <a:rPr dirty="0"/>
              <a:t>• Analytical Thinking</a:t>
            </a:r>
          </a:p>
          <a:p>
            <a:pPr marL="0" indent="0">
              <a:buNone/>
            </a:pPr>
            <a:r>
              <a:rPr dirty="0"/>
              <a:t>• Problem Solving</a:t>
            </a:r>
          </a:p>
          <a:p>
            <a:pPr marL="0" indent="0">
              <a:buNone/>
            </a:pPr>
            <a:r>
              <a:rPr dirty="0"/>
              <a:t>• Data Storytelling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All internship projects organized in a master portfolio repository.</a:t>
            </a:r>
          </a:p>
          <a:p>
            <a:endParaRPr dirty="0"/>
          </a:p>
          <a:p>
            <a:r>
              <a:rPr b="1" dirty="0"/>
              <a:t>Contents:</a:t>
            </a:r>
          </a:p>
          <a:p>
            <a:pPr marL="0" indent="0">
              <a:buNone/>
            </a:pPr>
            <a:r>
              <a:rPr dirty="0"/>
              <a:t>• Project documentation</a:t>
            </a:r>
          </a:p>
          <a:p>
            <a:pPr marL="0" indent="0">
              <a:buNone/>
            </a:pPr>
            <a:r>
              <a:rPr dirty="0"/>
              <a:t>• Dashboard links</a:t>
            </a:r>
          </a:p>
          <a:p>
            <a:pPr marL="0" indent="0">
              <a:buNone/>
            </a:pPr>
            <a:r>
              <a:rPr dirty="0"/>
              <a:t>• Presentation</a:t>
            </a:r>
          </a:p>
          <a:p>
            <a:pPr marL="0" indent="0">
              <a:buNone/>
            </a:pPr>
            <a:r>
              <a:rPr dirty="0"/>
              <a:t>• Learning reflections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internship strengthened my data analysis capabilities and practical experience.</a:t>
            </a:r>
          </a:p>
          <a:p>
            <a:endParaRPr dirty="0"/>
          </a:p>
          <a:p>
            <a:r>
              <a:rPr b="1" dirty="0"/>
              <a:t>Future Goal:</a:t>
            </a:r>
          </a:p>
          <a:p>
            <a:r>
              <a:rPr dirty="0"/>
              <a:t>To pursue opportunities in Data Analytics and Business Intelligence.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476E0-7CEC-2B1B-2352-2C408C948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014" y="1779335"/>
            <a:ext cx="6345260" cy="303652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IN" sz="9600" dirty="0"/>
          </a:p>
          <a:p>
            <a:pPr marL="0" indent="0">
              <a:buNone/>
            </a:pPr>
            <a:r>
              <a:rPr lang="en-IN" sz="8500" dirty="0"/>
              <a:t>	</a:t>
            </a:r>
            <a:r>
              <a:rPr lang="en-IN" sz="8500" dirty="0">
                <a:latin typeface="Elephant" panose="02020904090505020303" pitchFamily="18" charset="0"/>
              </a:rPr>
              <a:t>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491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56</TotalTime>
  <Words>502</Words>
  <Application>Microsoft Office PowerPoint</Application>
  <PresentationFormat>On-screen Show (4:3)</PresentationFormat>
  <Paragraphs>134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Elephant</vt:lpstr>
      <vt:lpstr>Wingdings 3</vt:lpstr>
      <vt:lpstr>Ion Boardroom</vt:lpstr>
      <vt:lpstr>Data Analyst Internship Capstone Portfolio</vt:lpstr>
      <vt:lpstr>Agenda</vt:lpstr>
      <vt:lpstr>About Me</vt:lpstr>
      <vt:lpstr>Internship Overview</vt:lpstr>
      <vt:lpstr>Tools &amp; Technologies</vt:lpstr>
      <vt:lpstr>Data Analysis Workflow</vt:lpstr>
      <vt:lpstr>Dataset Overview</vt:lpstr>
      <vt:lpstr>Task 1 – Data Cleaning</vt:lpstr>
      <vt:lpstr>Task 1 – Cleaning Results</vt:lpstr>
      <vt:lpstr>Task 2 – Exploratory Data Analysis</vt:lpstr>
      <vt:lpstr>Task 2 – Visualization Techniques</vt:lpstr>
      <vt:lpstr>Task 3 – Dashboard Development</vt:lpstr>
      <vt:lpstr>Dashboard Layout Example</vt:lpstr>
      <vt:lpstr>Dashboard Insights</vt:lpstr>
      <vt:lpstr>Task 4 – Deep Dive Data Analysis</vt:lpstr>
      <vt:lpstr>Key Insights</vt:lpstr>
      <vt:lpstr>Skills Developed</vt:lpstr>
      <vt:lpstr>Portfolio Repository</vt:lpstr>
      <vt:lpstr>Conclusion &amp; Future Goals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23RH1A0587 III - CSE</cp:lastModifiedBy>
  <cp:revision>2</cp:revision>
  <dcterms:created xsi:type="dcterms:W3CDTF">2013-01-27T09:14:16Z</dcterms:created>
  <dcterms:modified xsi:type="dcterms:W3CDTF">2026-04-06T07:17:41Z</dcterms:modified>
  <cp:category/>
</cp:coreProperties>
</file>